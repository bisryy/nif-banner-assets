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476500" y="7810500"/>
            <a:ext cx="4953000" cy="4953000"/>
          </a:xfrm>
          <a:prstGeom prst="ellipse">
            <a:avLst/>
          </a:prstGeom>
          <a:noFill/>
          <a:ln w="9525">
            <a:solidFill>
              <a:srgbClr val="A6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09750" y="8477250"/>
            <a:ext cx="3619500" cy="3619500"/>
          </a:xfrm>
          <a:prstGeom prst="ellipse">
            <a:avLst/>
          </a:prstGeom>
          <a:noFill/>
          <a:ln w="9525">
            <a:solidFill>
              <a:srgbClr val="A6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143000" y="9144000"/>
            <a:ext cx="2286000" cy="2286000"/>
          </a:xfrm>
          <a:prstGeom prst="ellipse">
            <a:avLst/>
          </a:prstGeom>
          <a:noFill/>
          <a:ln w="9525">
            <a:solidFill>
              <a:srgbClr val="A6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14287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28750"/>
            <a:ext cx="10287000" cy="57150"/>
          </a:xfrm>
          <a:prstGeom prst="rect">
            <a:avLst/>
          </a:prstGeom>
          <a:solidFill>
            <a:srgbClr val="A6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361950"/>
            <a:ext cx="2190750" cy="70485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61950"/>
            <a:ext cx="2190750" cy="704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44A"/>
                </a:solidFill>
                <a:latin typeface="Arial"/>
              </a:rPr>
              <a:t>AASTU LOGO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5250" y="361950"/>
            <a:ext cx="2190750" cy="70485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5250" y="361950"/>
            <a:ext cx="2190750" cy="704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44A"/>
                </a:solidFill>
                <a:latin typeface="Arial"/>
              </a:rPr>
              <a:t>EDI 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381000"/>
            <a:ext cx="49530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A6852E"/>
                </a:solidFill>
                <a:latin typeface="Arial"/>
              </a:rPr>
              <a:t>NIF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2250" y="1885950"/>
            <a:ext cx="4762500" cy="476250"/>
          </a:xfrm>
          <a:prstGeom prst="round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0" y="1885950"/>
            <a:ext cx="4762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DAY 1  ·  JUNE 23, 2026  ·  08:30 – 10:30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552700"/>
            <a:ext cx="8572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6852E"/>
                </a:solidFill>
                <a:latin typeface="Arial"/>
              </a:rPr>
              <a:t>OPENING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971800"/>
            <a:ext cx="895350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6244A"/>
                </a:solidFill>
                <a:latin typeface="Arial"/>
              </a:rPr>
              <a:t>Opening Plenary &amp; Ministerial Keynote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76750"/>
            <a:ext cx="80010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0" i="1">
                <a:solidFill>
                  <a:srgbClr val="A6852E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8" name="Oval 17"/>
          <p:cNvSpPr/>
          <p:nvPr/>
        </p:nvSpPr>
        <p:spPr>
          <a:xfrm>
            <a:off x="85725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H.E. Muferiat Kamil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Minister, MInT</a:t>
            </a:r>
          </a:p>
        </p:txBody>
      </p:sp>
      <p:sp>
        <p:nvSpPr>
          <p:cNvPr id="21" name="Oval 20"/>
          <p:cNvSpPr/>
          <p:nvPr/>
        </p:nvSpPr>
        <p:spPr>
          <a:xfrm>
            <a:off x="323850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850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H.E. Belete Molla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Minister of Industry</a:t>
            </a:r>
          </a:p>
        </p:txBody>
      </p:sp>
      <p:sp>
        <p:nvSpPr>
          <p:cNvPr id="24" name="Oval 23"/>
          <p:cNvSpPr/>
          <p:nvPr/>
        </p:nvSpPr>
        <p:spPr>
          <a:xfrm>
            <a:off x="561975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975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Dr. Abreham Debebe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AASTU</a:t>
            </a:r>
          </a:p>
        </p:txBody>
      </p:sp>
      <p:sp>
        <p:nvSpPr>
          <p:cNvPr id="27" name="Oval 26"/>
          <p:cNvSpPr/>
          <p:nvPr/>
        </p:nvSpPr>
        <p:spPr>
          <a:xfrm>
            <a:off x="800100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Dr. Dereje Engida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EDI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9334500"/>
            <a:ext cx="10287000" cy="9525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277350"/>
            <a:ext cx="10287000" cy="57150"/>
          </a:xfrm>
          <a:prstGeom prst="rect">
            <a:avLst/>
          </a:prstGeom>
          <a:solidFill>
            <a:srgbClr val="A6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" y="9334500"/>
            <a:ext cx="3429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⊙  Addis Ababa, Ethiopia</a:t>
            </a:r>
          </a:p>
          <a:p>
            <a:pPr algn="l"/>
            <a:r>
              <a:rPr sz="1100" b="0" i="0">
                <a:solidFill>
                  <a:srgbClr val="F2F3F5"/>
                </a:solidFill>
                <a:latin typeface="Arial"/>
              </a:rPr>
              <a:t>June 23–24,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3500" y="9334500"/>
            <a:ext cx="47625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1">
                <a:solidFill>
                  <a:srgbClr val="A6852E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