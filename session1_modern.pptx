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866900"/>
            <a:ext cx="57150" cy="14287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90700"/>
            <a:ext cx="8572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DAY 1   ·   JUNE 23, 2026   ·   08:30 – 10:30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33600"/>
            <a:ext cx="8763000" cy="2000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1B2642"/>
                </a:solidFill>
                <a:latin typeface="Arial"/>
              </a:rPr>
              <a:t>Opening Plenary &amp;
Ministerial Keynote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095750"/>
            <a:ext cx="8382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1">
                <a:solidFill>
                  <a:srgbClr val="6B7280"/>
                </a:solidFill>
                <a:latin typeface="Arial"/>
              </a:rPr>
              <a:t>“The National Innovation Ecosystem in Ethiopia: Gaps &amp; Horizons”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250" y="5191125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50" y="5381625"/>
            <a:ext cx="8382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991350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29A3A"/>
                </a:solidFill>
                <a:latin typeface="Arial"/>
              </a:rPr>
              <a:t>PLENARY DIGNITARIES</a:t>
            </a:r>
          </a:p>
        </p:txBody>
      </p:sp>
      <p:sp>
        <p:nvSpPr>
          <p:cNvPr id="17" name="Oval 16"/>
          <p:cNvSpPr/>
          <p:nvPr/>
        </p:nvSpPr>
        <p:spPr>
          <a:xfrm>
            <a:off x="762000" y="74104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74104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50" y="8667750"/>
            <a:ext cx="20955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H.E. Muferiat Kamil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Minister, MInT</a:t>
            </a:r>
          </a:p>
        </p:txBody>
      </p:sp>
      <p:sp>
        <p:nvSpPr>
          <p:cNvPr id="20" name="Oval 19"/>
          <p:cNvSpPr/>
          <p:nvPr/>
        </p:nvSpPr>
        <p:spPr>
          <a:xfrm>
            <a:off x="3302000" y="74104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02000" y="74104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5750" y="8667750"/>
            <a:ext cx="20955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H.E. Belete Molla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Minister of Industry</a:t>
            </a:r>
          </a:p>
        </p:txBody>
      </p:sp>
      <p:sp>
        <p:nvSpPr>
          <p:cNvPr id="23" name="Oval 22"/>
          <p:cNvSpPr/>
          <p:nvPr/>
        </p:nvSpPr>
        <p:spPr>
          <a:xfrm>
            <a:off x="5842000" y="74104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42000" y="74104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5750" y="8667750"/>
            <a:ext cx="20955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Dr. Abreham Debebe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AASTU</a:t>
            </a:r>
          </a:p>
        </p:txBody>
      </p:sp>
      <p:sp>
        <p:nvSpPr>
          <p:cNvPr id="26" name="Oval 25"/>
          <p:cNvSpPr/>
          <p:nvPr/>
        </p:nvSpPr>
        <p:spPr>
          <a:xfrm>
            <a:off x="8382000" y="74104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0" y="74104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5750" y="8667750"/>
            <a:ext cx="20955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Dr. Dereje Engida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EDI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9848850"/>
            <a:ext cx="8763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